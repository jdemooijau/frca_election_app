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FRCA Election App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Voting for Office Bearer Elections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834640"/>
            <a:ext cx="18288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 ·  Anonymous  ·  Rules-Compliant  ·  Auditable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Reformed Churches of Australia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Changes the Process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4023360" cy="502920"/>
          </a:xfrm>
          <a:prstGeom prst="roundRect">
            <a:avLst>
              <a:gd name="adj" fmla="val 14545"/>
            </a:avLst>
          </a:prstGeom>
          <a:solidFill>
            <a:srgbClr val="8B451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Paper Ballots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901952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90195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blank ballot papers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331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3042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out ballots at the door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76148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73405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 fill in names by hand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191256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1912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31638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all ballot papers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3621024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62102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5935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brothers count every paper manually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4050792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05079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0233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thresholds by hand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4480560"/>
            <a:ext cx="320040" cy="32004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4480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44531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 results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counting  ·  Human error  ·  No live progress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1188720"/>
            <a:ext cx="4023360" cy="502920"/>
          </a:xfrm>
          <a:prstGeom prst="roundRect">
            <a:avLst>
              <a:gd name="adj" fmla="val 14545"/>
            </a:avLst>
          </a:prstGeom>
          <a:solidFill>
            <a:srgbClr val="1A3353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Digital + Paper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892040" y="1901952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31" name="Text 29"/>
          <p:cNvSpPr/>
          <p:nvPr/>
        </p:nvSpPr>
        <p:spPr>
          <a:xfrm>
            <a:off x="4892040" y="190195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49240" y="1874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unique voting codes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92040" y="2331720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2331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49240" y="23042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out code slips at the door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92040" y="2761488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37" name="Text 35"/>
          <p:cNvSpPr/>
          <p:nvPr/>
        </p:nvSpPr>
        <p:spPr>
          <a:xfrm>
            <a:off x="4892040" y="276148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49240" y="273405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 vote on their phones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892040" y="3191256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40" name="Text 38"/>
          <p:cNvSpPr/>
          <p:nvPr/>
        </p:nvSpPr>
        <p:spPr>
          <a:xfrm>
            <a:off x="4892040" y="31912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49240" y="31638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Votes counted instantly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892040" y="3621024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43" name="Text 41"/>
          <p:cNvSpPr/>
          <p:nvPr/>
        </p:nvSpPr>
        <p:spPr>
          <a:xfrm>
            <a:off x="4892040" y="362102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349240" y="35935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paper ballot totals (if any)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892040" y="4050792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46" name="Text 44"/>
          <p:cNvSpPr/>
          <p:nvPr/>
        </p:nvSpPr>
        <p:spPr>
          <a:xfrm>
            <a:off x="4892040" y="405079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349240" y="40233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calculated automatically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92040" y="4480560"/>
            <a:ext cx="320040" cy="32004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49" name="Text 47"/>
          <p:cNvSpPr/>
          <p:nvPr/>
        </p:nvSpPr>
        <p:spPr>
          <a:xfrm>
            <a:off x="4892040" y="4480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349240" y="44531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results on projector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7548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results  ·  No counting errors  ·  Live progress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480560" y="1371600"/>
            <a:ext cx="27432" cy="3474720"/>
          </a:xfrm>
          <a:prstGeom prst="rect">
            <a:avLst/>
          </a:prstGeom>
          <a:solidFill>
            <a:srgbClr val="D0D0D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Gets Printed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Slips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brother receives one slip with a unique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6-character code and QR code.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F5F6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057400"/>
            <a:ext cx="3566160" cy="2651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0" y="1097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Ballots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572000" y="1417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brothers who prefer paper.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alongside digital votes.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9659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F5F6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057400"/>
            <a:ext cx="35661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Election Day: How Brothers Vote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05156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2A4A6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143000"/>
            <a:ext cx="1828800" cy="3017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434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Enter Code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6-character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from their slip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703320" y="105156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2A4A6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94760" y="1143000"/>
            <a:ext cx="1828800" cy="3017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383280" y="43434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Cast Vote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383280" y="4617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candidates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office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29400" y="105156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2A4A6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20840" y="1143000"/>
            <a:ext cx="1828800" cy="30175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09360" y="43434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09360" y="4617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submitted.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is burned.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Projector Display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results shown to the congregation during and after voting.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749040"/>
          </a:xfrm>
          <a:prstGeom prst="roundRect">
            <a:avLst>
              <a:gd name="adj" fmla="val 2439"/>
            </a:avLst>
          </a:prstGeom>
          <a:solidFill>
            <a:srgbClr val="2A4A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80467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Assurances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17320"/>
            <a:ext cx="54864" cy="502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99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Design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6733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link between codes and votes in the database. Votes cannot be traced, even with full access.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54864" cy="502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848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&amp; Local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23591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one laptop over church WiFi. No data leaves the building. No internet required.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788920"/>
            <a:ext cx="54864" cy="502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7706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Is Always the Backup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30449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ballots remain a first-class option. If anything goes wrong, switch to paper immediately.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54864" cy="502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4564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Rules-Compliant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05840" y="37307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2 slate validation, Article 6 threshold calculations, Article 7 partial ballot support — all automatic.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54864" cy="502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1422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&amp; Auditable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4165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consistory can inspect the source code and database at any time. Nothing is hidden.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FRCA Election App — Proposal</dc:title>
  <dc:subject>PptxGenJS Presentation</dc:subject>
  <dc:creator>FRCA Election App</dc:creator>
  <cp:lastModifiedBy>FRCA Election App</cp:lastModifiedBy>
  <cp:revision>1</cp:revision>
  <dcterms:created xsi:type="dcterms:W3CDTF">2026-04-08T12:16:43Z</dcterms:created>
  <dcterms:modified xsi:type="dcterms:W3CDTF">2026-04-08T12:16:43Z</dcterms:modified>
</cp:coreProperties>
</file>