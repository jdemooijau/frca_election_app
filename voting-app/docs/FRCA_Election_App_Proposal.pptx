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FRCA Election App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Voting for Office Bearer Elections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·  Anonymous  ·  Rules-Compliant  ·  Auditable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Reformed Churches of Australia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Changes the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8B451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Paper Ballots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320040" cy="3200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blank ballot papers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20040" cy="3200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 ballots at the door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320040" cy="3200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7340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fill in names by hand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191256"/>
            <a:ext cx="320040" cy="3200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91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1638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ballot papers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621024"/>
            <a:ext cx="320040" cy="3200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621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593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brothers count every paper manually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050792"/>
            <a:ext cx="320040" cy="3200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thresholds by hand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320040" cy="32004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4531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results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counting  ·  Human error  ·  No live progress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1A335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Digital + Paper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92040" y="1901952"/>
            <a:ext cx="320040" cy="32004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unique voting codes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2331720"/>
            <a:ext cx="320040" cy="32004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 code slips at the door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2761488"/>
            <a:ext cx="320040" cy="32004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27340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vote on their phones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92040" y="3191256"/>
            <a:ext cx="320040" cy="32004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1912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31638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counted instantly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92040" y="3621024"/>
            <a:ext cx="320040" cy="32004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621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3593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paper ballot totals (if any)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92040" y="4050792"/>
            <a:ext cx="320040" cy="32004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924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calculated automatically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2040" y="4480560"/>
            <a:ext cx="320040" cy="32004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49240" y="44531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results on projector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754880" y="4709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  ·  No counting errors  ·  Live progress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80560" y="1371600"/>
            <a:ext cx="27432" cy="3474720"/>
          </a:xfrm>
          <a:prstGeom prst="rect">
            <a:avLst/>
          </a:prstGeom>
          <a:solidFill>
            <a:srgbClr val="D0D0D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Printed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Slips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brother receives one slip with a unique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6-character code and QR code.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057400"/>
            <a:ext cx="3566160" cy="2651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Ballots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brothers who prefer paper.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alongside digital votes.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9659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5F6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057400"/>
            <a:ext cx="35661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Election Day: How Brothers Vote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2A4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143000"/>
            <a:ext cx="182880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Code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6-character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from their slip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703320" y="105156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2A4A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94760" y="1143000"/>
            <a:ext cx="1828800" cy="3017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Cast Vote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candidates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office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29400" y="105156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2A4A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20840" y="1143000"/>
            <a:ext cx="1828800" cy="3017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09360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submitted.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burned.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Projector Display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results shown to the congregation during and after voting.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749040"/>
          </a:xfrm>
          <a:prstGeom prst="roundRect">
            <a:avLst>
              <a:gd name="adj" fmla="val 2439"/>
            </a:avLst>
          </a:prstGeom>
          <a:solidFill>
            <a:srgbClr val="2A4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Assurances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99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73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codes and votes in the database. Votes cannot be traced, even with full access.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848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Local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one laptop over church WiFi. No data leaves the building. No internet required.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70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Is Always the Backup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0449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ballots remain a first-class option. If anything goes wrong, switch to paper immediately.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Rules-Compliant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 slate validation, Article 6 threshold calculations, Article 7 partial ballot support — all automatic.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42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Auditable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416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consistory can inspect the source code and database at any time. Nothing is hidden.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FRCA Election App — Proposal</dc:title>
  <dc:subject>PptxGenJS Presentation</dc:subject>
  <dc:creator>FRCA Election App</dc:creator>
  <cp:lastModifiedBy>FRCA Election App</cp:lastModifiedBy>
  <cp:revision>1</cp:revision>
  <dcterms:created xsi:type="dcterms:W3CDTF">2026-04-21T07:08:23Z</dcterms:created>
  <dcterms:modified xsi:type="dcterms:W3CDTF">2026-04-21T07:08:23Z</dcterms:modified>
</cp:coreProperties>
</file>