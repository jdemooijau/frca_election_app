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FRCA Election App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Guide for Consistory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Bearer Elections for Free Reformed Churches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3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Election App?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1A335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Local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one laptop over church WiFi. No internet needed.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1A335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Voting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5877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 vote on their own phones using unique one-time codes.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1A335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+ Digital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45643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ballots counted alongside digital votes.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1A33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Compliant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32511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2, 6, 7 &amp; 11 thresholds calculated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3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64592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election,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offices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4592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5176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code slips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64592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 enter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phone &amp; select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0" y="164592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04088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804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voting, add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ballots,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3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First-Time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admin panel and complete the
setup wizard: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Congregation name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WiFi network name (SSID)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New admin password
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only needs to be done once.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188720"/>
            <a:ext cx="38404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3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Create an Election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1148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dashboard, click “+ New Election”.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Enter: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Election name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Maximum rounds (typically 2–3)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Election date
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mark it as an interim election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(Article 11) if applicable.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3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Add Offices &amp; Candidates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office (Elder, Deacon):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 the number of vacancies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candidates by typing names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Click “Add Office”
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2: </a:t>
            </a:r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slate must be exactly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the vacancies. The app enforces this.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188720"/>
            <a:ext cx="38404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3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Generate &amp; Print Codes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5720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20640" y="137160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enough codes for all brothers
plus some spares.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download and print:
</a:t>
            </a:r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 Slips PDF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individual
   slips with QR codes for each brother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Paper Ballot PDF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brothers
   who prefer to vote on paper
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code can only be used once.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3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Gets Printed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Slips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brother receives one slip with a unique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6-character code and QR code.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F5F6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240280"/>
            <a:ext cx="3566160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Ballots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brothers who prefer paper.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alongside digital votes.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14884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F5F6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240280"/>
            <a:ext cx="356616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Election Day: How Brothers Vote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2011680" cy="3108960"/>
          </a:xfrm>
          <a:prstGeom prst="roundRect">
            <a:avLst>
              <a:gd name="adj" fmla="val 6818"/>
            </a:avLst>
          </a:prstGeom>
          <a:solidFill>
            <a:srgbClr val="2A4A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280160"/>
            <a:ext cx="182880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389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Enter Code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6-character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from their slip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703320" y="1188720"/>
            <a:ext cx="2011680" cy="3108960"/>
          </a:xfrm>
          <a:prstGeom prst="roundRect">
            <a:avLst>
              <a:gd name="adj" fmla="val 6818"/>
            </a:avLst>
          </a:prstGeom>
          <a:solidFill>
            <a:srgbClr val="2A4A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94760" y="1280160"/>
            <a:ext cx="1828800" cy="2926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4389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Cast Vote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83280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candidates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office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629400" y="1188720"/>
            <a:ext cx="2011680" cy="3108960"/>
          </a:xfrm>
          <a:prstGeom prst="roundRect">
            <a:avLst>
              <a:gd name="adj" fmla="val 6818"/>
            </a:avLst>
          </a:prstGeom>
          <a:solidFill>
            <a:srgbClr val="2A4A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20840" y="1280160"/>
            <a:ext cx="1828800" cy="2926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4389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09360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submitted.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burned.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3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&amp;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54864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128016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closing voting: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 paper ballot counts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 postal votes (if any)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 brothers present count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automatically calculates
Article 6 thresholds:
</a:t>
            </a:r>
            <a:pPr indent="0" marL="0">
              <a:buNone/>
            </a:pPr>
            <a:r>
              <a:rPr lang="en-US" sz="13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6a: </a:t>
            </a:r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&gt; total / vacancies / 2
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6b: </a:t>
            </a:r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≥ participants × 2/5
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must be met.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Projector Display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shown to the congregation when enabled by admin.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3474720"/>
          </a:xfrm>
          <a:prstGeom prst="roundRect">
            <a:avLst>
              <a:gd name="adj" fmla="val 2632"/>
            </a:avLst>
          </a:prstGeom>
          <a:solidFill>
            <a:srgbClr val="2A4A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7863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3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Fallback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54864" cy="6858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by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between codes and votes in the database. Even with full access, votes cannot be traced.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54864" cy="6858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Is Always the Backup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goes wrong, switch to paper ballots immediately. Paper and digital votes are counted together.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54864" cy="6858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Stays Local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runs entirely on church WiFi. Nothing is sent to the internet.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54864" cy="6858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can be inspected by the consistory at any time. The source code is open.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0" y="25603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9260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Admin Guide, Setup Instructions, and
Failsafe Procedures are included with the app.
</a:t>
            </a:r>
            <a:pPr algn="ctr"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dry-run election before election day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UAT Script.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FRCA Election App — Training Guide</dc:title>
  <dc:subject>PptxGenJS Presentation</dc:subject>
  <dc:creator>FRCA Election App</dc:creator>
  <cp:lastModifiedBy>FRCA Election App</cp:lastModifiedBy>
  <cp:revision>1</cp:revision>
  <dcterms:created xsi:type="dcterms:W3CDTF">2026-04-08T12:16:42Z</dcterms:created>
  <dcterms:modified xsi:type="dcterms:W3CDTF">2026-04-08T12:16:42Z</dcterms:modified>
</cp:coreProperties>
</file>